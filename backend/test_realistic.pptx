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Presentation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Point 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Point 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Point 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217920"/>
            <a:ext cx="9144000" cy="914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62636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2026-04-06T13:27:57Z</dcterms:created>
  <dcterms:modified xsi:type="dcterms:W3CDTF">2026-04-06T13:27:57Z</dcterms:modified>
</cp:coreProperties>
</file>